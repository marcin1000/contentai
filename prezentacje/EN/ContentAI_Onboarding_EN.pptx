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19"/>
    <p:sldId id="258" r:id="rId4"/>
    <p:sldId id="259" r:id="rId5"/>
    <p:sldId id="260" r:id="rId6"/>
    <p:sldId id="261" r:id="rId7"/>
    <p:sldId id="262" r:id="rId8"/>
    <p:sldId id="267" r:id="rId18"/>
    <p:sldId id="263" r:id="rId9"/>
    <p:sldId id="264" r:id="rId10"/>
    <p:sldId id="265" r:id="rId11"/>
    <p:sldId id="269" r:id="rId20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2331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and AIO Content Generator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2907792"/>
            <a:ext cx="320040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063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guide for new clients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411480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Anthropic Claude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get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50876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SEO + AIO content generator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content types, auto-scoring and auto-improvement in one session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02336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97280"/>
            <a:ext cx="54864" cy="150876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Company knowledge base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71907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Word, Excel, PPTX, URL - the AI writes only from your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34640"/>
            <a:ext cx="54864" cy="150876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17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SERP analysis and semantic gaps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4564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top Google results, one-click improvement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834640"/>
            <a:ext cx="402336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834640"/>
            <a:ext cx="54864" cy="150876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017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Content AI image generator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4564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images with Content AI branding, ready-to-use PNG format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start - 3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33832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640080" cy="6400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633472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receive the ContentAI_internal.html file.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 on disk in a fixed location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C:\Content AI\) and open it in the Chrome browser.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33832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280160"/>
            <a:ext cx="640080" cy="6400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knowledge base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2633472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📁 Knowledge base. Add company documents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(PDF, Word, Excel) or paste page links.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which sources to use for the article.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560320" cy="33832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280160"/>
            <a:ext cx="640080" cy="6400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content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633472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topic, choose the content type and keywords.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Generate content. The article is ready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15–60 seconds with an SEO/AIO score.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Always open the file from the same folder on disk - changing the location resets access.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Company knowledge base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generates content solely from your documents - it does not invent facts.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06040" cy="3108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91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Word, Excel,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PPTX, TXT, CSV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company documents: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offers, price lists, terms,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presentations, reports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606040" cy="3108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691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2286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pages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2743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public URL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visits the page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pulls content into the base.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installation, no backend.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2606040" cy="3108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691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✏️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2286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2743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manually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note, briefing,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fragment 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in the app.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types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822960"/>
          </a:xfrm>
          <a:prstGeom prst="rect">
            <a:avLst/>
          </a:prstGeom>
          <a:solidFill>
            <a:srgbClr val="1A1600"/>
          </a:solidFill>
          <a:ln w="12700">
            <a:solidFill>
              <a:srgbClr val="F5A3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82296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0642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AIO Hybrid  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article meets Google SEO and AI Overview requirements. Recommended.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051560"/>
            <a:ext cx="402336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10642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article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4173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article optimized for Google with H1/H2, meta and keywords.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402336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06654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 content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citation by AI Overview, ChatGPT, Perplexity.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2011680"/>
            <a:ext cx="402336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206654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page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3774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questions-and-answers page - SEO-friendly Q&amp;A format.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402336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02666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copy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3375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for a conversion page, call to action, value proposition.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971800"/>
            <a:ext cx="402336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302666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post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3375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blog article with a natural tone, storytelling and SEO.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41248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3986784"/>
            <a:ext cx="8183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Product/service description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4297680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persuasive description with benefits, specifications and a CTA.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 SEO and AIO scoring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352044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704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SEO scoring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642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Keywords in H1, H2 and the body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Heading structure (H1→H2→H3)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5420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Article completeness and intro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9809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Meta description (150-160 chars)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4198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cut-off sentences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51560"/>
            <a:ext cx="54864" cy="3520440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704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AIO scoring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6642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Direct answer in the 1st paragraph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Extractable, standalone passages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5420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Entity and product definitions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9809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Topic coverage without unnecessary fluff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4198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Key takeaways section with numbers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70 pts → the app automatically improves the article. Premium mode targets 82+/100.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SERP analysis and semantic gaps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What SERP analysis shows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Average word count in top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Average number of H2 sections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2311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8 topics from top Google results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10 keyword phrases to use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2336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Semantic gaps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Coverage score 0–100 pts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9019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List of missing topics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2311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Select topics → Improve (1 click)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Key takeaways section auto-updated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321040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2004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in practice: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411480" cy="4114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3566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SERP analysis before generating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51760" y="3566160"/>
            <a:ext cx="411480" cy="4114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27248" y="3566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article with SERP data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411480" cy="4114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30368" y="3566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Gaps → select missing topics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0" y="3566160"/>
            <a:ext cx="411480" cy="4114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33488" y="3566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Improve for gaps → done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Export and publishing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606040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161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7099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Kopiuje tekst 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schowka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606040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2161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17099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.txt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91840" y="2057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Czysty tekst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formatowania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606040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2161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26480" y="17099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2057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- ready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edit and send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2606040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1363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📕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200" y="36301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.pdf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3977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PDF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Content AI header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971800"/>
            <a:ext cx="2606040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91840" y="31363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🔷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291840" y="36301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91840" y="3977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draft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article in 1 click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606040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1363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🔶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26480" y="36301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Drupal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26480" y="3977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Publikacja przez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Drupal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Costs - pay-as-you-go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subscription. You pay only for the articles you actually generate, on your Anthropic account. Images and audio on your OpenAI account (synthesis approx. $0.015 per minute).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06040" cy="1371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642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 0.15 PLN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3500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one SEO article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606040" cy="1371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6642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 530 pcs.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91840" y="23500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for $20 (≈80 PLN)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2606040" cy="1371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6642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PLN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26480" y="23500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monthly fee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108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alternatives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8321040" cy="141732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011680"/>
                <a:gridCol w="2011680"/>
              </a:tblGrid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Copywriter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1 article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0.15 PLN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150–400 PLN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300–800 PLN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Turnaround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15–60 sec.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3–7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of the company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a brief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a brief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security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Files locally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Word and other documents are read directly in the browser. No file is sent to an external server.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Only text to the 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508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request text is sent to the Anthropic API. Company files never leave your browser.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50008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41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7-day retention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8072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Anthropic API deletes logs automatically after 7 days. Data is never used to train the model.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350008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2441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Your own API key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8072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runs on your key. You have full cost control and can revoke it at any time.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48456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7398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Spending limit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10565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hard limit in the Anthropic Console (e.g. $10/mo.) - even if the key leaks, the cost is capped.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648456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37398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Obfuscated code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410565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INTERNAL file has obfuscated JS code. The API key is not visible to anyone who opens the file.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 and contact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321040" cy="6583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and technical questions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7556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the app administrator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21992"/>
            <a:ext cx="8321040" cy="6583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console.anthropic.com → API Keys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26664"/>
            <a:ext cx="8321040" cy="6583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72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3649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ContentAI_Documentation_v27_EN.pdf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831336"/>
            <a:ext cx="8321040" cy="6583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770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guide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16966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ContentAI_AdminGuide.md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57200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content starts here. Good luck! 🚀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What’s new in the app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352044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704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AI-readiness production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642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 new types: directional page and press release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llms.txt and llms-full.txt for AI bots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5420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Schema.org: FAQ, Organization, Service, Article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9809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AEO mode and AEO score 0-100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4198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GEO Score: format, structure, entity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51560"/>
            <a:ext cx="54864" cy="3520440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704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Measurement and visibility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6642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Brand presence in AI answers (on demand)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Position-weighted score, not raw presence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5420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Competitors and share of answers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9809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Report with findings and recommendations (DOCX/PDF)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4198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Tracking: robots.txt for AI bots, UTM, GA4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and report use web search. Measurement on demand, not continuous multi-model monitoring.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Audio content and voice assistant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50876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Voice assistant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content aloud and dictate into fields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02336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97280"/>
            <a:ext cx="54864" cy="150876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 Podcast and audio newsletter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71907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and ready audio file from content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34640"/>
            <a:ext cx="54864" cy="150876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17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Audiobook from an article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4564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 article into a recording to listen 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834640"/>
            <a:ext cx="402336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834640"/>
            <a:ext cx="54864" cy="150876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017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Transcription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4564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recording or audio file into text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Personal data rules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Shipment senders and recipients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enter data of shipment senders or recipients in files, content or links.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Suppliers and contractors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508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enter data of supplier or contractor employees.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50008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41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Persons under 18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8072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enter data of minors. For an image, check the legal basis.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350008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2441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Press contacts only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8072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Allowed: data of people representing Content AI in media and marketing.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48456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7398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Voice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10565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 also covers dictation and transcription of these people.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648456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37398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Clear after testing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410565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Settings, Clear all data wipes data from the browser.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AI — Onboarding</dc:title>
  <dc:subject>PptxGenJS Presentation</dc:subject>
  <dc:creator>PptxGenJS</dc:creator>
  <cp:lastModifiedBy>PptxGenJS</cp:lastModifiedBy>
  <cp:revision>1</cp:revision>
  <dcterms:created xsi:type="dcterms:W3CDTF">2026-05-22T10:16:32Z</dcterms:created>
  <dcterms:modified xsi:type="dcterms:W3CDTF">2026-05-22T10:16:32Z</dcterms:modified>
</cp:coreProperties>
</file>