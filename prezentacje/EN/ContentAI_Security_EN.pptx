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Server deployment: accounts, roles and keys held server-side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097280"/>
            <a:ext cx="4754880" cy="4754880"/>
          </a:xfrm>
          <a:prstGeom prst="ellipse">
            <a:avLst/>
          </a:prstGeom>
          <a:solidFill>
            <a:srgbClr val="FFB000">
              <a:alpha val="7000"/>
            </a:srgbClr>
          </a:solidFill>
          <a:ln w="12700">
            <a:solidFill>
              <a:srgbClr val="0708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overview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800" y="2880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deployment: accounts, roles and keys held server-side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  ·   Architecture   ·   Access control   ·   Passwords and sessions   ·   API keys   ·   Data flow   ·   Risks and limits   ·   Recommendations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previous model relied on protections that did not protect.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886200" cy="2889504"/>
          </a:xfrm>
          <a:prstGeom prst="roundRect">
            <a:avLst>
              <a:gd name="adj" fmla="val 1899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PREVIOUSLY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2311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file with an embedded key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4414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given the file was also given the key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04672" y="280720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"Device lock"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browser fingerprint — gone once site data is cleared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4672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obfuscation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3593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delays extracting the key, does not protect it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" y="3959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access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416966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rotating the key for everyone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09160" y="1627632"/>
            <a:ext cx="3886200" cy="2889504"/>
          </a:xfrm>
          <a:prstGeom prst="roundRect">
            <a:avLst>
              <a:gd name="adj" fmla="val 1899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65192" y="18288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65192" y="22311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account with a password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65192" y="24414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signs in as themselves, file holds no secret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65192" y="280720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 held server-side only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6519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never reach the browser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65192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hashed with scrypt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65192" y="3593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salt, timing-safe comparison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65192" y="3959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access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65192" y="416966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command, the key stays untouched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browser never talks to API providers directly.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494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without keys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in localStorage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43230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806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9806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HTTPS, certificate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 automatically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3542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C2131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server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roles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proxy, knowledge base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3854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430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providers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0430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NVIDIA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ElevenLabs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29992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runs on your machine — a systemd unit with restricted privileges, writing only to the accounts directory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350215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npm dependencies: built-in Node modules only, so there is no package supply chain to patch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00507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traffic enters through Caddy alone; the server listens on 127.0.0.1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control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with roles instead of handing out files.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841248"/>
          </a:xfrm>
          <a:prstGeom prst="roundRect">
            <a:avLst>
              <a:gd name="adj" fmla="val 65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105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2084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accounts, sees server status, adds to the shared knowledge base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886200" cy="841248"/>
          </a:xfrm>
          <a:prstGeom prst="roundRect">
            <a:avLst>
              <a:gd name="adj" fmla="val 65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18105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65192" y="2084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app and their own private knowledge base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an account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3240" y="278892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command asks for the password twice, without echo; minimum 10 characters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92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access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3240" y="339242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plus a service restart to cut the active session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9959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against mistakes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63240" y="39959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admin cannot be removed or demoted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AND SESSIONS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Passwords, sessions and login attempts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scrypt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hashed with a random salt. The accounts file holds no plaintext, and the comparison is timing-safe.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9272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attempts / 15 minutes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eight failed attempts from one IP address, login is blocked for fifteen minutes.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89904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HttpOnly cookie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91072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token is unreachable from JavaScript, SameSite=Lax, Secure over HTTPS.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19856"/>
            <a:ext cx="8046720" cy="786384"/>
          </a:xfrm>
          <a:prstGeom prst="roundRect">
            <a:avLst>
              <a:gd name="adj" fmla="val 6977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58444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live in process memory — restarting the service signs everyone out. A deliberate trade: zero dependencies, and signing back in costs a few seconds.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never reaches a user’s browser.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836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they live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8366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 /etc/contentai/srodowisko with mode 600, read only by the service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user sees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108960" y="263347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— the app calls your server, which attaches the key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user’s own key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338328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someone supplies theirs, the generations bill their account, not yours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330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check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108960" y="413308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admin endpoint reports whether a key is set — never its value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leaves the organisation and what stays.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1975104"/>
          </a:xfrm>
          <a:prstGeom prst="roundRect">
            <a:avLst>
              <a:gd name="adj" fmla="val 2778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470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LEAVES FOR THE MODEL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" y="2231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topic and generation guidelines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5603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Knowledge-base passages matching the topic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889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Settings: content type, length, tone, language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voice description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645920"/>
            <a:ext cx="3886200" cy="1975104"/>
          </a:xfrm>
          <a:prstGeom prst="roundRect">
            <a:avLst>
              <a:gd name="adj" fmla="val 2778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65192" y="18470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WITH YOU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65192" y="2231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history (user’s browser)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65192" y="25603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and passwords (server, mode 600)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65192" y="2889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Knowledge-base documents (server)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65192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CMS credentials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5935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passages matching the topic reach the prompt, not the whole base — less data leaves the organisation than when whole documents were pasted in.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scopes, separated on the server.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1207008"/>
          </a:xfrm>
          <a:prstGeom prst="roundRect">
            <a:avLst>
              <a:gd name="adj" fmla="val 45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6D5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only to its owner. An administrator cannot see anyone else’s private documents.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886200" cy="1207008"/>
          </a:xfrm>
          <a:prstGeom prst="roundRect">
            <a:avLst>
              <a:gd name="adj" fmla="val 45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65192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to everyone signed in. Only an administrator can add to it, so company knowledge stays singular.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live on the server, so they follow the user to every device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filename derives from the login passed through a character filter — directory traversal is not possible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04164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are written with mode 600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OpenSEO behind the same login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analytics is a separate app. We do not expose it directly.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FF55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836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0" y="1847088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containerised OpenSEO starts with no login at all — exposed directly it grants full access to anyone who knows the address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560320" y="2596896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sits in front of it as a gateway, admitting only signed-in users, on the same account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Hygiene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3346704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AI session token is stripped from the request before it reaches the third-party app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330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effect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60320" y="4096512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an account cuts access to both applications at once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third-party servers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API calls, the browser sends nothing outward.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Libraries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libraries for reading and exporting files live in the repository and are served from your host, not a public CDN.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19272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Typeface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Plex is hosted alongside the app instead of being fetched from Google Fonts.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9904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1072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91072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works on a closed corporate network, and nobody outside the organisation can swap the code running inside it.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LIMITS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limits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model deliberately does not cover.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2FA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68096" y="204825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rests on a password. Recommendation: manager-generated passwords, 16 characters minimum.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664208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in memory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928616" y="204825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service restart, updates included, signs everyone out.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688336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8254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Attempt counter per IP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shared NAT, a block affects the whole office at once.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688336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28254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password reset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28616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administrator changes passwords by command — there is no email self-service.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849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X-Forwarded-For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8096" y="4096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trusts this header, so it belongs behind your own Caddy only.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3712464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28616" y="3849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reaches the provider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28616" y="4096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topic and selected passages go to the model. Data-protection rules still apply.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recommendations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2763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6276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account with the provider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29000" y="163677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89120" y="16002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on the organisation account, not a personal one. Monthly limit plus an alert at 80% usage.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12140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67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26771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and your own domain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27685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89120" y="22402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 obtains the certificate itself. The server listens locally only.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76148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90779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9077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logins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291693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ADVISED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89120" y="28803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u-2207 format instead of a full name limits personal data in server logs.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54787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up the accounts directory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29000" y="355701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serwer/dane/ holds accounts and the knowledge base — the only data git cannot restore.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04164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187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18795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rotation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419709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ADVISED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389120" y="4160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changing a key, a service restart is enough; users do nothing.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2194560"/>
            <a:ext cx="4206240" cy="4206240"/>
          </a:xfrm>
          <a:prstGeom prst="ellipse">
            <a:avLst/>
          </a:prstGeom>
          <a:solidFill>
            <a:srgbClr val="46D5F2">
              <a:alpha val="6000"/>
            </a:srgbClr>
          </a:solidFill>
          <a:ln w="12700">
            <a:solidFill>
              <a:srgbClr val="0708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828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606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and further information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3127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Marcin Przybylski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and Digital Marketing Expert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 AI - Security overview</dc:title>
  <dc:subject>PptxGenJS Presentation</dc:subject>
  <dc:creator>Marcin Przybylski</dc:creator>
  <cp:lastModifiedBy>Marcin Przybylski</cp:lastModifiedBy>
  <cp:revision>1</cp:revision>
  <dcterms:created xsi:type="dcterms:W3CDTF">2026-08-20T22:28:49Z</dcterms:created>
  <dcterms:modified xsi:type="dcterms:W3CDTF">2026-08-20T22:28:49Z</dcterms:modified>
</cp:coreProperties>
</file>