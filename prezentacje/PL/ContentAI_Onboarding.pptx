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8" r:id="rId19"/>
    <p:sldId id="258" r:id="rId4"/>
    <p:sldId id="259" r:id="rId5"/>
    <p:sldId id="260" r:id="rId6"/>
    <p:sldId id="261" r:id="rId7"/>
    <p:sldId id="262" r:id="rId8"/>
    <p:sldId id="267" r:id="rId18"/>
    <p:sldId id="263" r:id="rId9"/>
    <p:sldId id="264" r:id="rId10"/>
    <p:sldId id="265" r:id="rId11"/>
    <p:sldId id="269" r:id="rId20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2" y="1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046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FFFCBF6D-C2CC-DC86-4173-38D95B46B0B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l-PL" sz="1000">
                <a:solidFill>
                  <a:srgbClr val="747474">
                    <a:alpha val="50000"/>
                  </a:srgbClr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FOR INTERNAL USE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AI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treści SEO i AIO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2907792"/>
            <a:ext cx="320040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Instrukcja wdrożenia dla nowych klientów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 dostajesz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Generator treści SEO + AIO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typów treści, auto-ocena i auto-poprawa w jednej sesji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98348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Baza wiedzy firmowej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7190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PDF, Word, Excel, PPTX, URL </a:t>
            </a:r>
            <a:r>
              <a:rPr lang="pl-PL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AI pisze tylko z Twoich danych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Analiza SERP i luki semantyczne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564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z top wynikami Google, poprawa na 1 klik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83464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4800600" y="283464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98348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Generator grafik Content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4564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Grafiki marketingowe z branding Content AI, format PNG gotowy do użycia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Jak </a:t>
            </a:r>
            <a:r>
              <a:rPr lang="en-US" sz="3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zacząć</a:t>
            </a: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pl-PL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3 kroki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64008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Otwórz plik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63347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Otrzymasz plik ContentAI_internal.html.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Zapisz go na dysku w stałej lokalizacji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(np. C:\Content AI\) i otwórz w przeglądarce Chrome.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474720" y="1280160"/>
            <a:ext cx="64008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4747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Wgraj bazę wiedzy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63347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Kliknij 📁 Baza wiedzy. Dodaj dokumenty firmowe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(PDF, Word, Excel) lub wklej linki do stron.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Zaznacz które źródła użyć do artykułu.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6309360" y="1280160"/>
            <a:ext cx="640080" cy="6400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3093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Wygeneruj treść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633472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Wpisz temat, wybierz typ treści i słowa kluczowe.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Kliknij Generuj treść. Artykuł gotowy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15</a:t>
            </a:r>
            <a:r>
              <a:rPr lang="pl-PL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sekund wraz z oceną SEO/AIO.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⚠  Zawsze otwieraj plik z tego samego folderu na </a:t>
            </a:r>
            <a:r>
              <a:rPr lang="en-US" sz="1100" dirty="0" err="1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dysku</a:t>
            </a:r>
            <a:r>
              <a:rPr lang="en-US" sz="11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pl-PL" sz="11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zmiana lokalizacji resetuje dostęp.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Baza wiedzy firmowej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AI generuje treści wyłącznie z Twoich </a:t>
            </a:r>
            <a:r>
              <a:rPr lang="en-US" sz="1400" dirty="0" err="1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dokumentów</a:t>
            </a:r>
            <a:r>
              <a:rPr lang="en-US" sz="14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pl-PL" sz="14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nie wymyśla faktów.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Pliki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Excel,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PPTX, TXT, CSV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Wgraj dokumenty firmowe: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oferty, cenniki, regulaminy,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prezentacje, raporty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60604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Strony WWW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Dowolny publiczny URL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wchodzi na stronę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wyciąga treść do bazy.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instalacji, bez backendu.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60604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✏️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Tekst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743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Wklej ręcznie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Szybka notatka, briefing,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fragment </a:t>
            </a:r>
            <a:r>
              <a:rPr lang="en-US" sz="11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dokumentu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pl-PL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bezpośrednio w aplikacji.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Typy treści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822960"/>
          </a:xfrm>
          <a:prstGeom prst="rect">
            <a:avLst/>
          </a:prstGeom>
          <a:solidFill>
            <a:srgbClr val="1A1600"/>
          </a:solidFill>
          <a:ln w="12700">
            <a:solidFill>
              <a:srgbClr val="F5A300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8229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594360" y="110642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Hybryda SEO + AIO  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artykuł spełnia wymagania Google SEO i AI Overview. Rekomendowany.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937760" y="110642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Artykuł SEO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Klasyczny artykuł zoptymalizowany pod Google z H1/H2, meta i słowami kluczowymi.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594360" y="20665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Treść AIO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Zoptymalizowana pod cytowanie przez AI Overview, ChatGPT, Perplexity.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201168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937760" y="20665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page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3774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Strona z pytaniami i </a:t>
            </a:r>
            <a:r>
              <a:rPr lang="en-US" sz="105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odpowiedziami</a:t>
            </a: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pl-PL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SEO-friendly format Q&amp;A.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94360" y="302666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copy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337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Treść na stronę konwersji, call to action, propozycja wartości.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971800"/>
            <a:ext cx="402336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937760" y="302666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Wpis blogowy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337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Artykuł blogowy z naturalnym tonem, storytellingiem i SEO.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41248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594360" y="3986784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 produktu/usługi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4297680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Przekonujący opis z zaletami, specyfikacją i CTA.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Auto-ocena SEO i AIO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352044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Ocena SEO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Słowa kluczowe w H1, H2 i treści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Struktura nagłówków (H1→H2→H3)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420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Kompletność artykułu i wstęp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809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Meta description (150-160 zn.)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4198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Brak urwanych zdań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54864" cy="352044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846320" y="1170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Ocena AIO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664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Bezpośrednia odpowiedź w 1. akapicie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Wyodrębniane, samodzielne pasaże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542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Definicje encji i produktów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9809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Pokrycie tematu bez zbędnego fluff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4198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Sekcja Kluczowe wnioski z liczbami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&lt; 70 pkt → aplikacja automatycznie poprawia artykuł. Tryb Premium celuje w 82+/100.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Analiza SERP i luki semantyczne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 pokazuje analiza SERP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Średnia liczba słów w top wynikach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Średnia liczba sekcji H2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311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8 tematów z top wyników Google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 fraz kluczowych do użycia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84632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Luki semantyczne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· Wynik </a:t>
            </a:r>
            <a:r>
              <a:rPr lang="en-US" sz="1200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pokrycia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0</a:t>
            </a:r>
            <a:r>
              <a:rPr lang="pl-PL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pkt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019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Lista brakujących tematów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2311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Zaznacz tematy → Popraw (1 klik)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Sekcja Kluczowe wnioski auto-aktualizowana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3210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640080" y="32004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to działa w praktyce: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411480" cy="4114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35661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Włącz Analiza SERP przed generowaniem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51760" y="3566160"/>
            <a:ext cx="411480" cy="4114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265176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27249" y="3566160"/>
            <a:ext cx="1397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Generuj artykuł z danymi SERP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11480" cy="4114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475488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30368" y="35661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Kliknij Luki → zaznacz brakujące tematy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0" y="3566160"/>
            <a:ext cx="411480" cy="41148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68580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33488" y="35661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Kliknij Popraw pod luki → gotowe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Eksport i publikacja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57200" y="12161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7099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Kopiuj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Kopiuje tekst do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schowka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060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291840" y="12161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7099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Czysty tekst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formatowania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6060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126480" y="12161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17099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2057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Word </a:t>
            </a:r>
            <a:r>
              <a:rPr lang="pl-PL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gotowy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edycji i wysyłki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6060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57200" y="31363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📕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200" y="36301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.pdf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PDF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nagłówkiem Content 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6060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3291840" y="31363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🔷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91840" y="36301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91840" y="3977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Publikuj szkic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 artykuł 1 klikiem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0604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6126480" y="31363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🔶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26480" y="36301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Drupal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26480" y="39776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Publikacja przez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Drupal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Koszty</a:t>
            </a: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</a:t>
            </a:r>
            <a:r>
              <a:rPr lang="pl-PL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</a:t>
            </a: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model pay-as-you-go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Brak subskrypcji. Płacisz tylko za faktycznie wygenerowane </a:t>
            </a:r>
            <a:r>
              <a:rPr lang="en-US" sz="1300" dirty="0" err="1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artykuły</a:t>
            </a:r>
            <a:r>
              <a:rPr lang="en-US" sz="13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pl-PL" sz="13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na koncie Anthropic. Grafiki i audio na koncie OpenAI (synteza ok. 0.015 USD za minutę).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0,15 zł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350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jednego artykułu SEO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60604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291840" y="16642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30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530</a:t>
            </a:r>
            <a:r>
              <a:rPr lang="en-US" sz="30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 xml:space="preserve"> szt.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2350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artykułów za $20 (≈80 zł)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60604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126480" y="16642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zł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26480" y="2350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stała opłata miesięczna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Porównanie z alternatywami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684046"/>
              </p:ext>
            </p:extLst>
          </p:nvPr>
        </p:nvGraphicFramePr>
        <p:xfrm>
          <a:off x="457200" y="3520440"/>
          <a:ext cx="8321040" cy="1417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A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Copywriter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 1 artykułu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A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0,15 zł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r>
                        <a:rPr lang="pl-PL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zł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r>
                        <a:rPr lang="pl-PL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zł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Czas realizacji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A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r>
                        <a:rPr lang="pl-PL" sz="1100" b="1" dirty="0">
                          <a:solidFill>
                            <a:srgbClr val="F5A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100" b="1" dirty="0">
                          <a:solidFill>
                            <a:srgbClr val="F5A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sek.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pl-PL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pl-PL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Wiedza o firmie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A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Wbudowana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Wymaga briefu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Wymaga briefu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Bezpieczeństwo danych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Pliki lokalnie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 i inne dokumenty odczytywane bezpośrednio w przeglądarce. Żaden plik nie jest wysyłany na zewnętrzny serwer.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80060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Tylko tekst do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508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Anthropic API trafia wyłącznie tekst zapytania. Pliki firmowe nie wychodzą poza Twoją przeglądarkę.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594360" y="2441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7-dniowa retencja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807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usuwa logi automatycznie po 7 dniach. Dane nigdy nie są używane do trenowania modelu.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350008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800600" y="2441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Własny klucz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807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Aplikacja działa na Twoim kluczu. Masz pełną kontrolę kosztów i możesz go unieważnić w każdej chwili.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594360" y="3739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Limit wydatków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1056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Ustaw hard limit w Anthropic Console (np. $10/mies.) </a:t>
            </a:r>
            <a:r>
              <a:rPr lang="pl-PL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nawet przy wycieku klucza koszt jest ograniczony.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48456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800600" y="3739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Obfuskowany kod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41056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INTERNAL ma obfuskowany kod JS. Klucz API nie jest widoczny dla osoby która otworzy plik.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Wsparcie i kontakt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321040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Konfiguracja i pytania techniczne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556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Skontaktuj się z administratorem aplikacji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21992"/>
            <a:ext cx="8321040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z kluczem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console.anthropic.com → API Keys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026664"/>
            <a:ext cx="8321040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685800" y="3072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Dokumentacja techniczna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3649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ContentAI_Dokumentacja_v27.pdf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831336"/>
            <a:ext cx="8321040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85800" y="3877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Instrukcja admina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16966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ContentAI_AdminGuide.md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5720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Dobra treść zaczyna się tutaj. Powodzenia! 🚀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 nowego w aplikacji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352044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Produkcja pod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nowe typy: strona kierunkowa i informacja prasowa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llms.txt i llms-full.txt dla botów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420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Schema.org: FAQ, Organization, Service, Article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809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Tryb AEO i ocena AEO w skali 0-100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4198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GEO Score: format, struktura, encja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02336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54864" cy="3520440"/>
          </a:xfrm>
          <a:prstGeom prst="rect">
            <a:avLst/>
          </a:prstGeom>
          <a:solidFill>
            <a:srgbClr val="E23244"/>
          </a:solidFill>
          <a:ln w="12700">
            <a:solidFill>
              <a:srgbClr val="E2324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846320" y="11704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Pomiar i widoczność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664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Widoczność marki w odpowiedziach AI (na żądanie)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Wskaźnik ważony pozycją, nie sama obecność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5420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Konkurenci i udział w odpowiedziach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9809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Raport z ustaleniami i rekomendacjami (DOCX/PDF)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4198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Tracking: robots.txt dla botów AI, UTM, GA4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Widoczność i raport korzystają z wyszukiwania w sieci. Pomiar na żądanie, nie ciągły monitoring wielu modeli.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Treści audio i asystent głosowy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Asystent głosowy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190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Czytanie treści na głos i dyktowanie do pól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98348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 Podcast i newsletter audio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71907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Skrypt i gotowy plik audio z treści</a:t>
            </a:r>
            <a:r>
              <a:rPr lang="pl-PL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Audiobook z artykułu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564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Zamiana artykułu na nagranie do odsłuchu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834640"/>
            <a:ext cx="402336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4800600" y="2834640"/>
            <a:ext cx="54864" cy="1508760"/>
          </a:xfrm>
          <a:prstGeom prst="rect">
            <a:avLst/>
          </a:prstGeom>
          <a:solidFill>
            <a:srgbClr val="F5A300"/>
          </a:solidFill>
          <a:ln w="12700">
            <a:solidFill>
              <a:srgbClr val="F5A3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98348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Transkrypcja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4564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Zamiana nagrania lub pliku audio na tekst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Zasady przetwarzania danych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Nadawcy i odbiorcy przesyłek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wprowadzaj danych nadawców ani odbiorców przesyłek w plikach, treści ani linkach.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80060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Dostawcy i kontrahenci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508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wprowadzaj danych pracowników dostawców ani kontrahentów.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594360" y="2441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Osoby poniżej 18 lat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807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wprowadzaj danych osób małoletnich. Dla wizerunku sprawdź podstawę prawną.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350008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800600" y="2441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Tylko kontakty prasowe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807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Dozwolone dane osób reprezentujących Content AI w mediach i marketingu.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594360" y="3739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Dane głosowe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1056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Zakaz dotyczy też dyktowania i transkrypcji nagrań tych osób.</a:t>
            </a:r>
            <a:r>
              <a:rPr lang="pl-PL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648456"/>
            <a:ext cx="402336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800600" y="3739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Czyszczenie po teście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41056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Ustawienia, Wyczyść wszystkie dane usuwa dane z przeglądarki.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36915f3-2f02-4945-8997-f2963298db46}" enabled="1" method="Standard" siteId="{cd99fef8-1cd3-4a2a-9bdf-15531181d65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908</Words>
  <Application>Microsoft Office PowerPoint</Application>
  <PresentationFormat>Pokaz na ekranie (16:9)</PresentationFormat>
  <Paragraphs>182</Paragraphs>
  <Slides>11</Slides>
  <Notes>11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Delivery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AI — Onboarding</dc:title>
  <dc:subject>PptxGenJS Presentation</dc:subject>
  <dc:creator>PptxGenJS</dc:creator>
  <cp:lastModifiedBy>Marcin Przybylski (Content AI eCom PL)</cp:lastModifiedBy>
  <cp:revision>4</cp:revision>
  <dcterms:created xsi:type="dcterms:W3CDTF">2026-05-22T10:16:32Z</dcterms:created>
  <dcterms:modified xsi:type="dcterms:W3CDTF">2026-06-02T09:04:30Z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FOR INTERNAL USE</vt:lpwstr>
  </property>
</Properties>
</file>