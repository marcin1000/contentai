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Wdrożenie serwerowe: konta, role i klucze po stronie serwera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754880" cy="4754880"/>
          </a:xfrm>
          <a:prstGeom prst="ellipse">
            <a:avLst/>
          </a:prstGeom>
          <a:solidFill>
            <a:srgbClr val="FFB000">
              <a:alpha val="7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Przegląd bezpieczeństwa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Wdrożenie serwerowe: konta, role i klucze po stronie serwera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się zmieniło   ·   Architektura   ·   Kontrola dostępu   ·   Hasła i sesje   ·   Klucze API   ·   Przepływ danych   ·   Ryzyka i ograniczenia   ·   Rekomendacje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SIĘ ZMIENIŁO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 się zmieniło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Poprzedni model opierał się na zabezpieczeniach, które nie zabezpieczały.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POPRZEDNIO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 HTML z wbudowanym kluczem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każdy, kto dostał plik, dostał też klucz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„Blokada urządzenia"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odcisk przeglądarki — znikał po wyczyszczeniu pamięci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467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Obfuskacja JavaScriptu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wydłuża czas wyciągnięcia klucza, nie chroni go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wymagało wymiany klucza u wszystkich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6519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OBECNIE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6519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 z hasłem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6519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każdy loguje się swoim; plik nie niesie sekretu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6519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Klucze wyłącznie na serwerze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6519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nigdy nie docierają do przeglądarki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6519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haszowane scryptem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6519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losowa sól, porównanie odporne na pomiar czasu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6519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6519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polecenie, klucz zostaje nietknięty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Przeglądarka nigdy nie rozmawia z dostawcami API bezpośrednio.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Przeglądarka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 bez kluczy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w localStorage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3230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806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9806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HTTPS, certyfikat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automatyczny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C2131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logowanie, role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API, baza wiedzy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3854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Dostawcy API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NVIDIA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ElevenLabs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9992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stoi na Twojej maszynie — usługa systemd z ograniczonymi uprawnieniami, zapis tylko do katalogu z kontami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50215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zależności npm: wyłącznie moduły wbudowane Node, więc nie ma czego aktualizować pod kątem podatności paczek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Ruch z zewnątrz wchodzi tylko przez Caddy; serwer nasłuchuje na 127.0.0.1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KONTROLA DOSTĘPU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Kontrola dostępu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 z rolami zamiast rozdawania plików.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Zarządza kontami, widzi stan serwera, dodaje do bazy wspólnej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użytkownik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519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Korzysta z aplikacji i swojej bazy prywatnej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Zakładanie konta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78892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polecenie pyta o hasło dwa razy, bez wyświetlania; minimum 10 znaków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92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3240" y="339242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polecenie plus restart usługi, żeby uciąć bieżącą sesję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9959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Ochrona przed pomyłką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63240" y="39959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ostatniego admina nie da się usunąć ani zdegradować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I SESJE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Hasła, sesje i próby logowania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scrypt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haszowane z losową solą. W pliku kont nie ma hasła jawnego, a porównanie jest odporne na pomiar czasu.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prób / 15 minut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ośmiu nieudanych próbach z jednego adresu IP logowanie jest blokowane na kwadrans.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9904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Podpisane ciasteczko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91072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HMAC-SHA256 z sekretu serwera. HttpOnly, SameSite=Lax, Secure przy HTTPS. Podmiana psuje podpis.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8444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Sesja siedzi w podpisanym ciasteczku, nie w pamięci procesu, więc restart usługi nie wylogowuje zespołu. Cztery drogi unieważnienia działają bez restartu: usunięcie konta, zmiana hasła, zmiana roli i wylogowanie.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KLUCZE API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Klucze API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nigdy nie trafia do przeglądarki użytkownika.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Gdzie leżą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8366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 /etc/contentai/srodowisko z uprawnieniami 600, czytany tylko przez usługę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widzi użytkownik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08960" y="263347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 — aplikacja wysyła żądania do Twojego serwera, ten dokłada klucz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własny użytkownika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338328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jeśli ktoś poda swój, generowania obciążają jego konto, nie Twoje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Kontrola stanu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108960" y="413308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dla admina pokazuje, czy klucz jest ustawiony — nigdy jego treść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PRZEPŁYW DANYCH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Przepływ danych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wychodzi na zewnątrz, a co zostaje u Ciebie.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WYCHODZI DO MODELU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Temat i wytyczne generowania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Fragmenty bazy wiedzy dobrane do tematu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Ustawienia: typ treści, długość, ton, język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Opis stylu marki (Brand Voice)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ZOSTAJE U CIEBIE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artykułów (przeglądarka użytkownika)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6519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 i hasła (serwer, plik 600)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6519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Dokumenty bazy wiedzy (serwer)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6519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Dane logowania do CMS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593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promptu trafiają tylko fragmenty pasujące do tematu, nie cała baza — mniej danych opuszcza organizację niż przy wklejaniu całych dokumentów.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Baza wiedzy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zakresy, rozdzielone po stronie serwera.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D5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Prywatna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Widoczna wyłącznie dla właściciela. Administrator nie widzi cudzych dokumentów prywatnych.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Wspólna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6519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Widoczna dla wszystkich zalogowanych. Dodaje wyłącznie administrator, więc wiedza firmowa jest jedna.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Dokumenty leżą na serwerze, więc chodzą za użytkownikiem na każde urządzenie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Nazwa pliku powstaje z loginu przepuszczonego przez filtr znaków — nie da się wyjść poza katalog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0416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Pliki zapisywane z uprawnieniami 600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INTEGRACJA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OpenSEO za wspólnym logowaniem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Analityka SEO to osobna aplikacja. Nie wystawiamy jej wprost.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FF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0" y="1847088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wersja kontenerowa OpenSEO startuje bez żadnego logowania — wystawiona wprost daje pełny dostęp każdemu, kto zna adres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Rozwiązanie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0" y="2596896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stoi przed nią jako brama: przepuszcza wyłącznie zalogowanych, tym samym kontem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3346704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sesji Content AI jest wycinany z żądania, zanim trafi do obcej aplikacji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Skutek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4096512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komuś konta odcina go od obu aplikacji naraz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ZALEŻNOŚCI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obcych serwerów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Poza wywołaniami API przeglądarka nie wysyła nic na zewnątrz.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Biblioteki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Siedem bibliotek do wczytywania i eksportu plików leży w repozytorium i idzie z Twojego hosta, nie z publicznego CDN.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9272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Krój pisma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Plex hostowany razem z aplikacją zamiast pobierania z Google Fonts.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1072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 to daje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1072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 działa w zamkniętej sieci firmowej, a nikt spoza organizacji nie może podmienić kodu, który się w niej wykonuje.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RYZYKA I OGRANICZENIA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Ryzyka i ograniczenia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Czego ten model nie obejmuje — świadomie.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 tylko z bramą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Własne logowanie to samo hasło. Drugi składnik daje brama uwierzytelniająca postawiona przed całością.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 resetu przez e-mail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92861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Hasło zmienia administrator poleceniem — nie ma samoobsługi.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Licznik prób per IP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wspólnym NAT-em blokada dotknie całe biuro naraz.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Zaufanie do X-Forwarded-For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2861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ufa temu nagłówkowi, więc ma sens wyłącznie za własnym Caddy.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tylko lokalnie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 bramie port 3100 nie może być wystawiony — nagłówek tożsamości byłby wtedy do podrobienia.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861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Treści u dostawcy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2861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Temat i dobrane fragmenty bazy trafiają do modelu. Zasady ODO obowiązują.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REKOMENDACJE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Rekomendacje wdrożenia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27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6276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 firmowe u dostawcy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29000" y="16367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16002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na koncie organizacji, nie prywatnym. Limit miesięczny plus alert przy 80% wykorzystania.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12140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26771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i własna domena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276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89120" y="22402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pobiera certyfikat sam. Serwer nasłuchuje wyłącznie lokalnie.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76148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077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9077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Loginy zanonimizowane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9169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0" y="28803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u-2207 zamiast imienia i nazwiska ogranicza dane osobowe w logach serwera.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5478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Kopia katalogu z kontami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35570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serwer/dane/ zawiera konta i bazę wiedzy — jedyne dane, których nie odtworzy git.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04164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1879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Rotacja kluczy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41970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8912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zmianie klucza wystarczy restart usługi; użytkownicy nie robią nic.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194560"/>
            <a:ext cx="4206240" cy="4206240"/>
          </a:xfrm>
          <a:prstGeom prst="ellipse">
            <a:avLst/>
          </a:prstGeom>
          <a:solidFill>
            <a:srgbClr val="46D5F2">
              <a:alpha val="6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828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Dziękuję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606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Pytania i dalsze informacje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3127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Marcin Przybylski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and Digital Marketing Expert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AI - Przegląd bezpieczeństwa</dc:title>
  <dc:subject>PptxGenJS Presentation</dc:subject>
  <dc:creator>Marcin Przybylski</dc:creator>
  <cp:lastModifiedBy>Marcin Przybylski</cp:lastModifiedBy>
  <cp:revision>1</cp:revision>
  <dcterms:created xsi:type="dcterms:W3CDTF">2026-08-21T05:38:38Z</dcterms:created>
  <dcterms:modified xsi:type="dcterms:W3CDTF">2026-08-21T05:38:38Z</dcterms:modified>
</cp:coreProperties>
</file>