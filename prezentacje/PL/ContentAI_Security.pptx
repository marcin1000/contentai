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Wdrożenie serwerowe: konta, role i klucze po stronie serwera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754880" cy="4754880"/>
          </a:xfrm>
          <a:prstGeom prst="ellipse">
            <a:avLst/>
          </a:prstGeom>
          <a:solidFill>
            <a:srgbClr val="FFB000">
              <a:alpha val="7000"/>
            </a:srgbClr>
          </a:solidFill>
          <a:ln w="12700">
            <a:solidFill>
              <a:srgbClr val="0708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Przegląd bezpieczeństwa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Wdrożenie serwerowe: konta, role i klucze po stronie serwera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się zmieniło   ·   Architektura   ·   Kontrola dostępu   ·   Hasła i sesje   ·   Klucze API   ·   Przepływ danych   ·   Ryzyka i ograniczenia   ·   Rekomendacje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SIĘ ZMIENIŁO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się zmieniło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Poprzedni model opierał się na zabezpieczeniach, które nie zabezpieczały.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886200" cy="2889504"/>
          </a:xfrm>
          <a:prstGeom prst="roundRect">
            <a:avLst>
              <a:gd name="adj" fmla="val 1899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POPRZEDNIO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 HTML z wbudowanym kluczem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każdy, kto dostał plik, dostał też klucz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„Blokada urządzenia"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odcisk przeglądarki - znikał po wyczyszczeniu pamięci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Obfuskacja JavaScriptu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3593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wydłuża czas wyciągnięcia klucza, nie chroni go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3959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Odebranie dostępu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4169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wymagało wymiany klucza u wszystkich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627632"/>
            <a:ext cx="3886200" cy="2889504"/>
          </a:xfrm>
          <a:prstGeom prst="roundRect">
            <a:avLst>
              <a:gd name="adj" fmla="val 1899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OBECNIE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5192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z hasłem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5192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loguje się swoim; plik nie niesie sekretu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5192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Klucze wyłącznie na serwerze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65192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nigdy nie docierają do przeglądarki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Hasła haszowane scryptem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65192" y="3593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losowa sól, porównanie odporne na pomiar czasu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5192" y="3959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Odebranie dostępu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65192" y="4169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polecenie, klucz zostaje nietknięty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Przeglądarka nigdy nie rozmawia z dostawcami API bezpośrednio.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Przeglądarka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bez kluczy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w localStorage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32304" y="20482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806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HTTPS, certyfikat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automatyczny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35424" y="20482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C2131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 Node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logowanie, role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API, baza wiedzy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0482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Dostawcy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0430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NVIDIA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ElevenLabs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9992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 stoi na Twojej maszynie - usługa systemd z ograniczonymi uprawnieniami, zapis tylko do katalogu z kontami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021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zależności npm: wyłącznie moduły wbudowane Node, więc nie ma czego aktualizować pod kątem podatności paczek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Ruch z zewnątrz wchodzi tylko przez Caddy; serwer nasłuchuje na 127.0.0.1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 DOSTĘPU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Kontrola dostępu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 z rolami zamiast rozdawania plików.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86200" cy="841248"/>
          </a:xfrm>
          <a:prstGeom prst="roundRect">
            <a:avLst>
              <a:gd name="adj" fmla="val 65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0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084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 kontami, widzi stan serwera, dodaje do bazy wspólnej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3886200" cy="841248"/>
          </a:xfrm>
          <a:prstGeom prst="roundRect">
            <a:avLst>
              <a:gd name="adj" fmla="val 65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810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użytkownik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2084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Korzysta z aplikacji i swojej bazy prywatnej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Zakładanie konta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8892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polecenie pyta o hasło dwa razy, bez wyświetlania; minimum 10 znaków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92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Odebranie dostępu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339242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polecenie plus restart usługi, żeby uciąć bieżącą sesję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95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Ochrona przed pomyłką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9959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ostatniego admina nie da się usunąć ani zdegradować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HASŁA I SESJE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Hasła, sesje i próby logowania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551176" cy="1755648"/>
          </a:xfrm>
          <a:prstGeom prst="roundRect">
            <a:avLst>
              <a:gd name="adj" fmla="val 312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824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scrypt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6654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Hasła haszowane z losową solą. W pliku kont nie ma hasła jawnego, a porównanie jest odporne na pomiar czasu.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9272" y="1481328"/>
            <a:ext cx="2551176" cy="1755648"/>
          </a:xfrm>
          <a:prstGeom prst="roundRect">
            <a:avLst>
              <a:gd name="adj" fmla="val 312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824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prób / 15 minut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06654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ośmiu nieudanych próbach z jednego adresu IP logowanie jest blokowane na kwadrans.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9904" y="1481328"/>
            <a:ext cx="2551176" cy="1755648"/>
          </a:xfrm>
          <a:prstGeom prst="roundRect">
            <a:avLst>
              <a:gd name="adj" fmla="val 312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6824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Podpisane ciasteczko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91072" y="206654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z sekretu serwera. HttpOnly, SameSite=Lax, Secure przy HTTPS. Podmiana psuje podpis.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8046720" cy="786384"/>
          </a:xfrm>
          <a:prstGeom prst="roundRect">
            <a:avLst>
              <a:gd name="adj" fmla="val 6977"/>
            </a:avLst>
          </a:prstGeom>
          <a:solidFill>
            <a:srgbClr val="1C2131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844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Sesja siedzi w podpisanym ciasteczku, nie w pamięci procesu, więc restart usługi nie wylogowuje zespołu. Cztery drogi unieważnienia działają bez restartu: usunięcie konta, zmiana hasła, zmiana roli i wylogowanie.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KLUCZE API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Klucze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nigdy nie trafia do przeglądarki użytkownika.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leżą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88366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 /etc/contentai/srodowisko z uprawnieniami 600, czytany tylko przez usługę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widzi użytkownik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263347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- aplikacja wysyła żądania do Twojego serwera, ten dokłada klucz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własny użytkownika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33832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jeśli ktoś poda swój, generowania obciążają jego konto, nie Twoje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 stanu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413308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dla admina pokazuje, czy klucz jest ustawiony - nigdy jego treść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PRZEPŁYW DANYCH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Przepływ danych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wychodzi na zewnątrz, a co zostaje u Ciebie.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86200" cy="1975104"/>
          </a:xfrm>
          <a:prstGeom prst="roundRect">
            <a:avLst>
              <a:gd name="adj" fmla="val 2778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47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 DO MODELU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 i wytyczne generowania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Fragmenty bazy wiedzy dobrane do tematu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Ustawienia: typ treści, długość, ton, język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stylu marki (Brand Voice)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3886200" cy="1975104"/>
          </a:xfrm>
          <a:prstGeom prst="roundRect">
            <a:avLst>
              <a:gd name="adj" fmla="val 2778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847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ZOSTAJE U CIEBIE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2231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artykułów (przeglądarka użytkownika)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5192" y="2560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 i hasła (serwer, plik 600)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5192" y="2889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Dokumenty bazy wiedzy (serwer)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5192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logowania do CMS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1C2131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593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promptu trafiają tylko fragmenty pasujące do tematu, nie cała baza - mniej danych opuszcza organizację niż przy wklejaniu całych dokumentów.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 wiedzy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zakresy, rozdzielone po stronie serwera.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86200" cy="1207008"/>
          </a:xfrm>
          <a:prstGeom prst="roundRect">
            <a:avLst>
              <a:gd name="adj" fmla="val 45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D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Prywatna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Widoczna wyłącznie dla właściciela. Administrator nie widzi cudzych dokumentów prywatnych.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3886200" cy="1207008"/>
          </a:xfrm>
          <a:prstGeom prst="roundRect">
            <a:avLst>
              <a:gd name="adj" fmla="val 45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Wspólna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65192" y="21579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Widoczna dla wszystkich zalogowanych. Dodaje wyłącznie administrator, więc wiedza firmowa jest jedna.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Dokumenty leżą na serwerze, więc chodzą za użytkownikiem na każde urządzenie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Nazwa pliku powstaje z loginu przepuszczonego przez filtr znaków - nie da się wyjść poza katalog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416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Pliki zapisywane z uprawnieniami 600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INTEGRACJA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OpenSEO za wspólnym logowaniem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Analityka SEO to osobna aplikacja. Nie wystawiamy jej wprost.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FF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0320" y="1847088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wersja kontenerowa OpenSEO startuje bez żadnego logowania - wystawiona wprost daje pełny dostęp każdemu, kto zna adres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Rozwiązanie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2596896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stoi przed nią jako brama: przepuszcza wyłącznie zalogowanych, tym samym kontem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3346704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sesji Content AI jest wycinany z żądania, zanim trafi do obcej aplikacji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33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Skutek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409651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odebranie komuś konta odcina go od obu aplikacji naraz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ZALEŻNOŚCI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obcych serwerów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Poza wywołaniami API przeglądarka nie wysyła nic na zewnątrz.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51176" cy="2011680"/>
          </a:xfrm>
          <a:prstGeom prst="roundRect">
            <a:avLst>
              <a:gd name="adj" fmla="val 2727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Biblioteki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Siedem bibliotek do wczytywania i eksportu plików leży w repozytorium i idzie z Twojego hosta, nie z publicznego CDN.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1737360"/>
            <a:ext cx="2551176" cy="2011680"/>
          </a:xfrm>
          <a:prstGeom prst="roundRect">
            <a:avLst>
              <a:gd name="adj" fmla="val 2727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Krój pisma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34086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Plex hostowany razem z aplikacją zamiast pobierania z Google Fonts.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1737360"/>
            <a:ext cx="2551176" cy="2011680"/>
          </a:xfrm>
          <a:prstGeom prst="roundRect">
            <a:avLst>
              <a:gd name="adj" fmla="val 2727"/>
            </a:avLst>
          </a:prstGeom>
          <a:solidFill>
            <a:srgbClr val="1C2131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to daje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91072" y="234086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działa w zamkniętej sieci firmowej, a nikt spoza organizacji nie może podmienić kodu, który się w niej wykonuje.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RYZYKA I OGRANICZENIA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Ryzyka i ograniczenia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ten model nie obejmuje - świadomie.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tylko z bramą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0482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Własne logowanie to samo hasło. Drugi składnik daje brama uwierzytelniająca postawiona przed całością.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664208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8616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resetu przez e-mail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28616" y="20482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Hasło zmienia administrator poleceniem - nie ma samoobsługi.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825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Licznik prób per IP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0723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wspólnym NAT-em blokada dotknie całe biuro naraz.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688336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2825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Zaufanie do X-Forwarded-For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28616" y="30723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 ufa temu nagłówkowi, więc ma sens wyłącznie za własnym Caddy.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849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tylko lokalnie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" y="4096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bramie port 3100 nie może być wystawiony - nagłówek tożsamości byłby wtedy do podrobienia.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712464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849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Treści u dostawcy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28616" y="4096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 i dobrane fragmenty bazy trafiają do modelu. Zasady ODO obowiązują.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REKOMENDACJE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Rekomendacje wdrożenia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627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firmowe u dostawcy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29000" y="16367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1600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na koncie organizacji, nie prywatnym. Limit miesięczny plus alert przy 80% wykorzystania.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67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i własna domena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276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0" y="2240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pobiera certyfikat sam. Serwer nasłuchuje wyłącznie lokalnie.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6148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0779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907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Loginy zanonimizowane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9169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ZALECANE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u-2207 zamiast imienia i nazwiska ogranicza dane osobowe w logach serwera.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478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547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Kopia katalogu z kontami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5570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ZALECANE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0" y="3520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serwer/dane/ zawiera konta i bazę wiedzy - jedyne dane, których nie odtworzy git.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187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1879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Rotacja kluczy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1970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ZALECANE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0" y="4160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zmianie klucza wystarczy restart usługi; użytkownicy nie robią nic.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194560"/>
            <a:ext cx="4206240" cy="4206240"/>
          </a:xfrm>
          <a:prstGeom prst="ellipse">
            <a:avLst/>
          </a:prstGeom>
          <a:solidFill>
            <a:srgbClr val="46D5F2">
              <a:alpha val="6000"/>
            </a:srgbClr>
          </a:solidFill>
          <a:ln w="12700">
            <a:solidFill>
              <a:srgbClr val="0708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Dziękuję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Pytania i dalsze informacje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3127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Marcin Przybylski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Digital Marketing Expert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AI - Przegląd bezpieczeństwa</dc:title>
  <dc:subject>PptxGenJS Presentation</dc:subject>
  <dc:creator>Marcin Przybylski</dc:creator>
  <cp:lastModifiedBy>Marcin Przybylski</cp:lastModifiedBy>
  <cp:revision>1</cp:revision>
  <dcterms:created xsi:type="dcterms:W3CDTF">2026-08-25T05:21:52Z</dcterms:created>
  <dcterms:modified xsi:type="dcterms:W3CDTF">2026-08-25T05:21:52Z</dcterms:modified>
</cp:coreProperties>
</file>